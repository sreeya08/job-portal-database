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70285-022C-4267-A3C5-191DAB088B2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747C5978-0FDD-46BC-829D-AF97B04951CE}" type="slidenum">
              <a:rPr lang="en-IN" smtClean="0"/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70285-022C-4267-A3C5-191DAB088B2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C5978-0FDD-46BC-829D-AF97B04951CE}" type="slidenum">
              <a:rPr lang="en-IN" smtClean="0"/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70285-022C-4267-A3C5-191DAB088B2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C5978-0FDD-46BC-829D-AF97B04951CE}" type="slidenum">
              <a:rPr lang="en-IN" smtClean="0"/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70285-022C-4267-A3C5-191DAB088B2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C5978-0FDD-46BC-829D-AF97B04951CE}" type="slidenum">
              <a:rPr lang="en-IN" smtClean="0"/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70285-022C-4267-A3C5-191DAB088B20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C5978-0FDD-46BC-829D-AF97B04951CE}" type="slidenum">
              <a:rPr lang="en-IN" smtClean="0"/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70285-022C-4267-A3C5-191DAB088B20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C5978-0FDD-46BC-829D-AF97B04951CE}" type="slidenum">
              <a:rPr lang="en-IN" smtClean="0"/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70285-022C-4267-A3C5-191DAB088B20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C5978-0FDD-46BC-829D-AF97B04951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70285-022C-4267-A3C5-191DAB088B2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C5978-0FDD-46BC-829D-AF97B04951CE}" type="slidenum">
              <a:rPr lang="en-IN" smtClean="0"/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1B70285-022C-4267-A3C5-191DAB088B2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C5978-0FDD-46BC-829D-AF97B04951CE}" type="slidenum">
              <a:rPr lang="en-IN" smtClean="0"/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70285-022C-4267-A3C5-191DAB088B2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C5978-0FDD-46BC-829D-AF97B04951CE}" type="slidenum">
              <a:rPr lang="en-IN" smtClean="0"/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70285-022C-4267-A3C5-191DAB088B2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C5978-0FDD-46BC-829D-AF97B04951CE}" type="slidenum">
              <a:rPr lang="en-IN" smtClean="0"/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>
            <a:fillRect/>
          </a:stretch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70285-022C-4267-A3C5-191DAB088B2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47C5978-0FDD-46BC-829D-AF97B04951CE}" type="slidenum">
              <a:rPr lang="en-IN" smtClean="0"/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1317" y="802298"/>
            <a:ext cx="9920748" cy="2541431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portal database management system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34089" y="3535361"/>
            <a:ext cx="8637072" cy="159140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                                                                                                            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m.sreeya.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B.Harika.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v.sai Charan</a:t>
            </a:r>
            <a:r>
              <a:rPr lang="en-US" dirty="0"/>
              <a:t>.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1079822"/>
            <a:ext cx="9603275" cy="104923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Job Portal Database Management System is a relational database developed using MySQL to simplify the recruitment process.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stores and manages information about candidates, companies, jobs, skills, applications, and interviews.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Candidates can search and apply for jobs, while companies can post vacancies and manage applicants.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also helps generate recruitment reports and hiring statistics for better decision-making.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8" y="1069990"/>
            <a:ext cx="9603275" cy="104923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recruitment data using a relational database.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candidate and company information efficiently.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job postings and applications.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interview schedules and results.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data integrity using Primary Keys and Foreign Keys.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reports using SQL queries and aggregate functions.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1119151"/>
            <a:ext cx="9603275" cy="104923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853753"/>
            <a:ext cx="9603275" cy="459620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Companies.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1060157"/>
            <a:ext cx="9603275" cy="104923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844" y="2016124"/>
            <a:ext cx="5755547" cy="36410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8" y="1040494"/>
            <a:ext cx="9603275" cy="104923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relationships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company can post multiple jobs.</a:t>
            </a:r>
            <a:endParaRPr lang="en-US" dirty="0"/>
          </a:p>
          <a:p>
            <a:r>
              <a:rPr lang="en-US" dirty="0"/>
              <a:t>One job belongs to one company.</a:t>
            </a:r>
            <a:endParaRPr lang="en-US" dirty="0"/>
          </a:p>
          <a:p>
            <a:r>
              <a:rPr lang="en-US" dirty="0"/>
              <a:t>One candidate can apply for multiple jobs.</a:t>
            </a:r>
            <a:endParaRPr lang="en-US" dirty="0"/>
          </a:p>
          <a:p>
            <a:r>
              <a:rPr lang="en-US" dirty="0"/>
              <a:t>One application belongs to one candidate and one job.</a:t>
            </a:r>
            <a:endParaRPr lang="en-US" dirty="0"/>
          </a:p>
          <a:p>
            <a:r>
              <a:rPr lang="en-US" dirty="0"/>
              <a:t>One application can have one interview.</a:t>
            </a:r>
            <a:endParaRPr lang="en-US" dirty="0"/>
          </a:p>
          <a:p>
            <a:r>
              <a:rPr lang="en-US" dirty="0"/>
              <a:t>Skills are stored separately to maintain technical skill information.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8" y="1060158"/>
            <a:ext cx="9603275" cy="104923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queries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8150" y="2025564"/>
            <a:ext cx="9603275" cy="345061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Query 1 – Candidate Application Details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c.candidate_name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j.job_title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a.status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Candidates c JOIN Applications a 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c.candidate_id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a.candidate_id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JOIN Jobs j ON a.job_id = j.job_id;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Query 2 – Hiring Statistics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status, COUNT(*)  AS Total Applications FROM Applications GROUP BY status;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8" y="1109319"/>
            <a:ext cx="9603275" cy="104923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Job Portal Database Management System provides an efficient way to manage recruitment activities. It stores candidates, companies, jobs, applications, and interviews in a structured relational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database.Using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 concepts such as Primary Keys, Foreign Keys, Joins, Aggregate Functions, Subqueries, and Views, the project demonstrates how relational databases can automate recruitment and generate meaningful hiring reports.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2421</Words>
  <Application>WPS Presentation</Application>
  <PresentationFormat>Widescreen</PresentationFormat>
  <Paragraphs>58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SimSun</vt:lpstr>
      <vt:lpstr>Wingdings</vt:lpstr>
      <vt:lpstr>Times New Roman</vt:lpstr>
      <vt:lpstr>Gill Sans MT</vt:lpstr>
      <vt:lpstr>Microsoft YaHei</vt:lpstr>
      <vt:lpstr>Arial Unicode MS</vt:lpstr>
      <vt:lpstr>Calibri</vt:lpstr>
      <vt:lpstr>Gallery</vt:lpstr>
      <vt:lpstr>Job portal database management system</vt:lpstr>
      <vt:lpstr>introduction</vt:lpstr>
      <vt:lpstr>Project objectives</vt:lpstr>
      <vt:lpstr>modules</vt:lpstr>
      <vt:lpstr>Er diagram</vt:lpstr>
      <vt:lpstr>Database relationships</vt:lpstr>
      <vt:lpstr>Example queries</vt:lpstr>
      <vt:lpstr>CONCLUSION</vt:lpstr>
      <vt:lpstr>                    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 Harika</dc:creator>
  <cp:lastModifiedBy>Malineni Sreeya</cp:lastModifiedBy>
  <cp:revision>2</cp:revision>
  <dcterms:created xsi:type="dcterms:W3CDTF">2026-08-02T15:47:00Z</dcterms:created>
  <dcterms:modified xsi:type="dcterms:W3CDTF">2026-08-02T16:50:05Z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7FB0ACED82D542DBA0A1F415B2D5481E_12</vt:lpwstr>
  </property>
  <property fmtid="{D5CDD505-2E9C-101B-9397-08002B2CF9AE}" pid="3" name="KSOProductBuildVer">
    <vt:lpwstr>1033-12.1.0.27458</vt:lpwstr>
  </property>
</Properties>
</file>